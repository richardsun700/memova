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143763afd4fae" /><Relationship Type="http://schemas.openxmlformats.org/officeDocument/2006/relationships/extended-properties" Target="/docProps/app.xml" Id="R6f360cb5166b4908" /><Relationship Type="http://schemas.openxmlformats.org/officeDocument/2006/relationships/officeDocument" Target="/ppt/presentation.xml" Id="R3884d49198924a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c64df5f974514"/>
  </p:sldMasterIdLst>
  <p:notesMasterIdLst>
    <p:notesMasterId xmlns:r="http://schemas.openxmlformats.org/officeDocument/2006/relationships" r:id="R7c945eebad4b47b2"/>
  </p:notesMasterIdLst>
  <p:sldIdLst>
    <p:sldId xmlns:r="http://schemas.openxmlformats.org/officeDocument/2006/relationships" id="256" r:id="Rf16461b94aea4b34"/>
    <p:sldId xmlns:r="http://schemas.openxmlformats.org/officeDocument/2006/relationships" id="257" r:id="Rd3266ddf02264c43"/>
    <p:sldId xmlns:r="http://schemas.openxmlformats.org/officeDocument/2006/relationships" id="258" r:id="R6b7ea49ca7494ead"/>
    <p:sldId xmlns:r="http://schemas.openxmlformats.org/officeDocument/2006/relationships" id="259" r:id="R1ff4ecefb048496a"/>
    <p:sldId xmlns:r="http://schemas.openxmlformats.org/officeDocument/2006/relationships" id="260" r:id="Rac0ab608454c44b6"/>
    <p:sldId xmlns:r="http://schemas.openxmlformats.org/officeDocument/2006/relationships" id="261" r:id="R5db2cf30ae004747"/>
    <p:sldId xmlns:r="http://schemas.openxmlformats.org/officeDocument/2006/relationships" id="262" r:id="R05a895c4adcc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7f9c5aedf4a84" /><Relationship Type="http://schemas.openxmlformats.org/officeDocument/2006/relationships/slideMaster" Target="/ppt/slideMasters/slideMaster1.xml" Id="Ra90c64df5f974514" /><Relationship Type="http://schemas.openxmlformats.org/officeDocument/2006/relationships/notesMaster" Target="/ppt/notesMasters/notesMaster1.xml" Id="R7c945eebad4b47b2" /><Relationship Type="http://schemas.openxmlformats.org/officeDocument/2006/relationships/presProps" Target="/ppt/presProps.xml" Id="R3d13ddfa74664102" /><Relationship Type="http://schemas.openxmlformats.org/officeDocument/2006/relationships/tableStyles" Target="/ppt/tableStyles.xml" Id="R5badcf53fbec42bc" /><Relationship Type="http://schemas.openxmlformats.org/officeDocument/2006/relationships/slide" Target="/ppt/slides/slide1.xml" Id="Rf16461b94aea4b34" /><Relationship Type="http://schemas.openxmlformats.org/officeDocument/2006/relationships/slide" Target="/ppt/slides/slide2.xml" Id="Rd3266ddf02264c43" /><Relationship Type="http://schemas.openxmlformats.org/officeDocument/2006/relationships/slide" Target="/ppt/slides/slide3.xml" Id="R6b7ea49ca7494ead" /><Relationship Type="http://schemas.openxmlformats.org/officeDocument/2006/relationships/slide" Target="/ppt/slides/slide4.xml" Id="R1ff4ecefb048496a" /><Relationship Type="http://schemas.openxmlformats.org/officeDocument/2006/relationships/slide" Target="/ppt/slides/slide5.xml" Id="Rac0ab608454c44b6" /><Relationship Type="http://schemas.openxmlformats.org/officeDocument/2006/relationships/slide" Target="/ppt/slides/slide6.xml" Id="R5db2cf30ae004747" /><Relationship Type="http://schemas.openxmlformats.org/officeDocument/2006/relationships/slide" Target="/ppt/slides/slide7.xml" Id="R05a895c4adcc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5acf34e46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d78706986485f" /><Relationship Type="http://schemas.openxmlformats.org/officeDocument/2006/relationships/notesMaster" Target="/ppt/notesMasters/notesMaster1.xml" Id="R6f8dd3d6e448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280962b4c423c" /><Relationship Type="http://schemas.openxmlformats.org/officeDocument/2006/relationships/notesMaster" Target="/ppt/notesMasters/notesMaster1.xml" Id="R85bb1589a70d4d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f5c8e9941e4e37" /><Relationship Type="http://schemas.openxmlformats.org/officeDocument/2006/relationships/notesMaster" Target="/ppt/notesMasters/notesMaster1.xml" Id="Rd495940af5d743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1ddc8802f45b0" /><Relationship Type="http://schemas.openxmlformats.org/officeDocument/2006/relationships/notesMaster" Target="/ppt/notesMasters/notesMaster1.xml" Id="R0589bc713f20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3a65475dd424f" /><Relationship Type="http://schemas.openxmlformats.org/officeDocument/2006/relationships/notesMaster" Target="/ppt/notesMasters/notesMaster1.xml" Id="R341e700aa0b6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b47e7a15240d2" /><Relationship Type="http://schemas.openxmlformats.org/officeDocument/2006/relationships/notesMaster" Target="/ppt/notesMasters/notesMaster1.xml" Id="R8dbc47bb47eb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042d466ebe4fc6" /><Relationship Type="http://schemas.openxmlformats.org/officeDocument/2006/relationships/notesMaster" Target="/ppt/notesMasters/notesMaster1.xml" Id="Rfeda188bb5f241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2c384ccc1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0594d5e06427f" /><Relationship Type="http://schemas.openxmlformats.org/officeDocument/2006/relationships/slideLayout" Target="/ppt/slideLayouts/slideLayout1.xml" Id="Rf91f44a789ed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f44a789ed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866fa70284fed" /><Relationship Type="http://schemas.openxmlformats.org/officeDocument/2006/relationships/image" Target="/ppt/media/image.png" Id="R20ebb71101e44753" /><Relationship Type="http://schemas.openxmlformats.org/officeDocument/2006/relationships/notesSlide" Target="/ppt/notesSlides/notesSlide1.xml" Id="Ra8830cbe4ba743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6c5cc47c64baf" /><Relationship Type="http://schemas.openxmlformats.org/officeDocument/2006/relationships/image" Target="/ppt/media/image2.png" Id="Rec31de3d3b704b20" /><Relationship Type="http://schemas.openxmlformats.org/officeDocument/2006/relationships/notesSlide" Target="/ppt/notesSlides/notesSlide2.xml" Id="R98b9a38fb44946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6eeaef2454939" /><Relationship Type="http://schemas.openxmlformats.org/officeDocument/2006/relationships/image" Target="/ppt/media/image3.png" Id="Rc7406ddd39fe47d4" /><Relationship Type="http://schemas.openxmlformats.org/officeDocument/2006/relationships/notesSlide" Target="/ppt/notesSlides/notesSlide3.xml" Id="R058005e37130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4521fb1e848f8" /><Relationship Type="http://schemas.openxmlformats.org/officeDocument/2006/relationships/image" Target="/ppt/media/image4.png" Id="Rddad999e1ebe4e16" /><Relationship Type="http://schemas.openxmlformats.org/officeDocument/2006/relationships/notesSlide" Target="/ppt/notesSlides/notesSlide4.xml" Id="Rcfb93e913465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d9a5b7c9f48b1" /><Relationship Type="http://schemas.openxmlformats.org/officeDocument/2006/relationships/image" Target="/ppt/media/image5.png" Id="R1cb423fedafb4fc9" /><Relationship Type="http://schemas.openxmlformats.org/officeDocument/2006/relationships/notesSlide" Target="/ppt/notesSlides/notesSlide5.xml" Id="Re967aa83bca94a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81d30721d425a" /><Relationship Type="http://schemas.openxmlformats.org/officeDocument/2006/relationships/image" Target="/ppt/media/image6.png" Id="R9d74122b35de4adf" /><Relationship Type="http://schemas.openxmlformats.org/officeDocument/2006/relationships/notesSlide" Target="/ppt/notesSlides/notesSlide6.xml" Id="Rb365b931e9644d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5bb3191874e67" /><Relationship Type="http://schemas.openxmlformats.org/officeDocument/2006/relationships/image" Target="/ppt/media/image7.png" Id="R1b19645e8b6a4ac2" /><Relationship Type="http://schemas.openxmlformats.org/officeDocument/2006/relationships/notesSlide" Target="/ppt/notesSlides/notesSlide7.xml" Id="Rfbb268dedb9647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bb71101e447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929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1de3d3b704b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05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06ddd39fe47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67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999e1ebe4e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35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423fedafb4f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598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4122b35de4a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707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9645e8b6a4a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76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2026-07-28T07:41:57.9670000Z</dcterms:created>
  <dcterms:modified xsi:type="dcterms:W3CDTF">2026-07-28T07:41:57.9670000Z</dcterms:modified>
</coreProperties>
</file>