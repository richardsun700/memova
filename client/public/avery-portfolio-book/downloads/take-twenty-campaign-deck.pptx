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1f78d408dc4d28" /><Relationship Type="http://schemas.openxmlformats.org/officeDocument/2006/relationships/extended-properties" Target="/docProps/app.xml" Id="R71eba5ce64bd468c" /><Relationship Type="http://schemas.openxmlformats.org/officeDocument/2006/relationships/officeDocument" Target="/ppt/presentation.xml" Id="Rc4c483f47f0645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705a2d737e4609"/>
  </p:sldMasterIdLst>
  <p:notesMasterIdLst>
    <p:notesMasterId xmlns:r="http://schemas.openxmlformats.org/officeDocument/2006/relationships" r:id="R7ea1fd94bae94d24"/>
  </p:notesMasterIdLst>
  <p:sldIdLst>
    <p:sldId xmlns:r="http://schemas.openxmlformats.org/officeDocument/2006/relationships" id="256" r:id="R656d3c0e4ca84fea"/>
    <p:sldId xmlns:r="http://schemas.openxmlformats.org/officeDocument/2006/relationships" id="257" r:id="R841fa9a623794832"/>
    <p:sldId xmlns:r="http://schemas.openxmlformats.org/officeDocument/2006/relationships" id="258" r:id="R10d14c8437de45d6"/>
    <p:sldId xmlns:r="http://schemas.openxmlformats.org/officeDocument/2006/relationships" id="259" r:id="Rc986766ac211411f"/>
    <p:sldId xmlns:r="http://schemas.openxmlformats.org/officeDocument/2006/relationships" id="260" r:id="R640bb098b79f47d6"/>
    <p:sldId xmlns:r="http://schemas.openxmlformats.org/officeDocument/2006/relationships" id="261" r:id="Rc30a9c924d8c4384"/>
    <p:sldId xmlns:r="http://schemas.openxmlformats.org/officeDocument/2006/relationships" id="262" r:id="R8febef8c843d40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ee628b2be1431e" /><Relationship Type="http://schemas.openxmlformats.org/officeDocument/2006/relationships/slideMaster" Target="/ppt/slideMasters/slideMaster1.xml" Id="R35705a2d737e4609" /><Relationship Type="http://schemas.openxmlformats.org/officeDocument/2006/relationships/notesMaster" Target="/ppt/notesMasters/notesMaster1.xml" Id="R7ea1fd94bae94d24" /><Relationship Type="http://schemas.openxmlformats.org/officeDocument/2006/relationships/presProps" Target="/ppt/presProps.xml" Id="Rc32e9a5299954b11" /><Relationship Type="http://schemas.openxmlformats.org/officeDocument/2006/relationships/tableStyles" Target="/ppt/tableStyles.xml" Id="Reabe53b664ee45ea" /><Relationship Type="http://schemas.openxmlformats.org/officeDocument/2006/relationships/slide" Target="/ppt/slides/slide1.xml" Id="R656d3c0e4ca84fea" /><Relationship Type="http://schemas.openxmlformats.org/officeDocument/2006/relationships/slide" Target="/ppt/slides/slide2.xml" Id="R841fa9a623794832" /><Relationship Type="http://schemas.openxmlformats.org/officeDocument/2006/relationships/slide" Target="/ppt/slides/slide3.xml" Id="R10d14c8437de45d6" /><Relationship Type="http://schemas.openxmlformats.org/officeDocument/2006/relationships/slide" Target="/ppt/slides/slide4.xml" Id="Rc986766ac211411f" /><Relationship Type="http://schemas.openxmlformats.org/officeDocument/2006/relationships/slide" Target="/ppt/slides/slide5.xml" Id="R640bb098b79f47d6" /><Relationship Type="http://schemas.openxmlformats.org/officeDocument/2006/relationships/slide" Target="/ppt/slides/slide6.xml" Id="Rc30a9c924d8c4384" /><Relationship Type="http://schemas.openxmlformats.org/officeDocument/2006/relationships/slide" Target="/ppt/slides/slide7.xml" Id="R8febef8c843d40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e86e42fd424d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0dfa75603345cf" /><Relationship Type="http://schemas.openxmlformats.org/officeDocument/2006/relationships/notesMaster" Target="/ppt/notesMasters/notesMaster1.xml" Id="R24014ba77a1a4b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787b933dd940a3" /><Relationship Type="http://schemas.openxmlformats.org/officeDocument/2006/relationships/notesMaster" Target="/ppt/notesMasters/notesMaster1.xml" Id="Rb07b23ff496b4e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145e36acb341ff" /><Relationship Type="http://schemas.openxmlformats.org/officeDocument/2006/relationships/notesMaster" Target="/ppt/notesMasters/notesMaster1.xml" Id="Ra8f9ba6b200144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741da8b41148bd" /><Relationship Type="http://schemas.openxmlformats.org/officeDocument/2006/relationships/notesMaster" Target="/ppt/notesMasters/notesMaster1.xml" Id="Rc37ccbff1a2648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53941c31224076" /><Relationship Type="http://schemas.openxmlformats.org/officeDocument/2006/relationships/notesMaster" Target="/ppt/notesMasters/notesMaster1.xml" Id="R7cc2a47b0ec644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b2048914624813" /><Relationship Type="http://schemas.openxmlformats.org/officeDocument/2006/relationships/notesMaster" Target="/ppt/notesMasters/notesMaster1.xml" Id="R23f5967a1b9748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595105de8f4bfd" /><Relationship Type="http://schemas.openxmlformats.org/officeDocument/2006/relationships/notesMaster" Target="/ppt/notesMasters/notesMaster1.xml" Id="Rc37417fe9d1747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5f8e61b64746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b90ac578a74f48" /><Relationship Type="http://schemas.openxmlformats.org/officeDocument/2006/relationships/slideLayout" Target="/ppt/slideLayouts/slideLayout1.xml" Id="Rdc33ef6c5e1d42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33ef6c5e1d42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241adc2de4ed1" /><Relationship Type="http://schemas.openxmlformats.org/officeDocument/2006/relationships/image" Target="/ppt/media/image.png" Id="Rf3c6c4c7a9a64a9d" /><Relationship Type="http://schemas.openxmlformats.org/officeDocument/2006/relationships/notesSlide" Target="/ppt/notesSlides/notesSlide1.xml" Id="R51afb9bcab9546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ef7d8a96a484b" /><Relationship Type="http://schemas.openxmlformats.org/officeDocument/2006/relationships/image" Target="/ppt/media/image2.png" Id="Rb51a03e94b154219" /><Relationship Type="http://schemas.openxmlformats.org/officeDocument/2006/relationships/notesSlide" Target="/ppt/notesSlides/notesSlide2.xml" Id="R9fbf8e978faf4e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682bdfd0741ba" /><Relationship Type="http://schemas.openxmlformats.org/officeDocument/2006/relationships/image" Target="/ppt/media/image3.png" Id="R5a046d083bcb4b61" /><Relationship Type="http://schemas.openxmlformats.org/officeDocument/2006/relationships/notesSlide" Target="/ppt/notesSlides/notesSlide3.xml" Id="Rbedb00d6c12c4e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b336c3c584171" /><Relationship Type="http://schemas.openxmlformats.org/officeDocument/2006/relationships/image" Target="/ppt/media/image4.png" Id="R04ebe1ecff364612" /><Relationship Type="http://schemas.openxmlformats.org/officeDocument/2006/relationships/notesSlide" Target="/ppt/notesSlides/notesSlide4.xml" Id="R4f68096b9f0740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cb2467d8d4e5a" /><Relationship Type="http://schemas.openxmlformats.org/officeDocument/2006/relationships/image" Target="/ppt/media/image5.png" Id="R11c430272e8047ed" /><Relationship Type="http://schemas.openxmlformats.org/officeDocument/2006/relationships/notesSlide" Target="/ppt/notesSlides/notesSlide5.xml" Id="Rbedaab17770d44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20ec6d48744c8" /><Relationship Type="http://schemas.openxmlformats.org/officeDocument/2006/relationships/image" Target="/ppt/media/image6.png" Id="Rd8f5860a89c34e11" /><Relationship Type="http://schemas.openxmlformats.org/officeDocument/2006/relationships/notesSlide" Target="/ppt/notesSlides/notesSlide6.xml" Id="R494f213673b940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cda40549b463f" /><Relationship Type="http://schemas.openxmlformats.org/officeDocument/2006/relationships/image" Target="/ppt/media/image7.png" Id="Rd1b19c94bfd94f28" /><Relationship Type="http://schemas.openxmlformats.org/officeDocument/2006/relationships/notesSlide" Target="/ppt/notesSlides/notesSlide7.xml" Id="Ra7b4929b5d3947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6c4c7a9a64a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675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a03e94b1542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448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46d083bcb4b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75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be1ecff3646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967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430272e8047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464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5860a89c34e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512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19c94bfd94f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738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2026-07-28T07:41:57.6470000Z</dcterms:created>
  <dcterms:modified xsi:type="dcterms:W3CDTF">2026-07-28T07:41:57.6470000Z</dcterms:modified>
</coreProperties>
</file>