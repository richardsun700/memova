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36e999dd2e40fa" /><Relationship Type="http://schemas.openxmlformats.org/officeDocument/2006/relationships/extended-properties" Target="/docProps/app.xml" Id="R3d449cc233b248fc" /><Relationship Type="http://schemas.openxmlformats.org/officeDocument/2006/relationships/officeDocument" Target="/ppt/presentation.xml" Id="R74bbea8779134f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80979d9b994c4c"/>
  </p:sldMasterIdLst>
  <p:notesMasterIdLst>
    <p:notesMasterId xmlns:r="http://schemas.openxmlformats.org/officeDocument/2006/relationships" r:id="R43b6b11654604f9f"/>
  </p:notesMasterIdLst>
  <p:sldIdLst>
    <p:sldId xmlns:r="http://schemas.openxmlformats.org/officeDocument/2006/relationships" id="256" r:id="Rad8d6c2916764c1a"/>
    <p:sldId xmlns:r="http://schemas.openxmlformats.org/officeDocument/2006/relationships" id="257" r:id="R31044e39b87c456e"/>
    <p:sldId xmlns:r="http://schemas.openxmlformats.org/officeDocument/2006/relationships" id="258" r:id="Rf7803548a0344cb0"/>
    <p:sldId xmlns:r="http://schemas.openxmlformats.org/officeDocument/2006/relationships" id="259" r:id="R6d1b12c67cd84da7"/>
    <p:sldId xmlns:r="http://schemas.openxmlformats.org/officeDocument/2006/relationships" id="260" r:id="R8ce2d65b74b548bf"/>
    <p:sldId xmlns:r="http://schemas.openxmlformats.org/officeDocument/2006/relationships" id="261" r:id="R4fddfc6032e84748"/>
    <p:sldId xmlns:r="http://schemas.openxmlformats.org/officeDocument/2006/relationships" id="262" r:id="Ra9f07f6a141c42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ff7b13afc04787" /><Relationship Type="http://schemas.openxmlformats.org/officeDocument/2006/relationships/slideMaster" Target="/ppt/slideMasters/slideMaster1.xml" Id="R3580979d9b994c4c" /><Relationship Type="http://schemas.openxmlformats.org/officeDocument/2006/relationships/notesMaster" Target="/ppt/notesMasters/notesMaster1.xml" Id="R43b6b11654604f9f" /><Relationship Type="http://schemas.openxmlformats.org/officeDocument/2006/relationships/presProps" Target="/ppt/presProps.xml" Id="Rfdb23a42509e4156" /><Relationship Type="http://schemas.openxmlformats.org/officeDocument/2006/relationships/tableStyles" Target="/ppt/tableStyles.xml" Id="R2fd86396f8e04e85" /><Relationship Type="http://schemas.openxmlformats.org/officeDocument/2006/relationships/slide" Target="/ppt/slides/slide1.xml" Id="Rad8d6c2916764c1a" /><Relationship Type="http://schemas.openxmlformats.org/officeDocument/2006/relationships/slide" Target="/ppt/slides/slide2.xml" Id="R31044e39b87c456e" /><Relationship Type="http://schemas.openxmlformats.org/officeDocument/2006/relationships/slide" Target="/ppt/slides/slide3.xml" Id="Rf7803548a0344cb0" /><Relationship Type="http://schemas.openxmlformats.org/officeDocument/2006/relationships/slide" Target="/ppt/slides/slide4.xml" Id="R6d1b12c67cd84da7" /><Relationship Type="http://schemas.openxmlformats.org/officeDocument/2006/relationships/slide" Target="/ppt/slides/slide5.xml" Id="R8ce2d65b74b548bf" /><Relationship Type="http://schemas.openxmlformats.org/officeDocument/2006/relationships/slide" Target="/ppt/slides/slide6.xml" Id="R4fddfc6032e84748" /><Relationship Type="http://schemas.openxmlformats.org/officeDocument/2006/relationships/slide" Target="/ppt/slides/slide7.xml" Id="Ra9f07f6a141c42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10d4df553b43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83b86a76644a0d" /><Relationship Type="http://schemas.openxmlformats.org/officeDocument/2006/relationships/notesMaster" Target="/ppt/notesMasters/notesMaster1.xml" Id="Re233e9357ed045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1e5ee024984d25" /><Relationship Type="http://schemas.openxmlformats.org/officeDocument/2006/relationships/notesMaster" Target="/ppt/notesMasters/notesMaster1.xml" Id="Raae7f3838c4246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c11b0042e44193" /><Relationship Type="http://schemas.openxmlformats.org/officeDocument/2006/relationships/notesMaster" Target="/ppt/notesMasters/notesMaster1.xml" Id="R81ae11a0b00c4e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b0b309a8c14a97" /><Relationship Type="http://schemas.openxmlformats.org/officeDocument/2006/relationships/notesMaster" Target="/ppt/notesMasters/notesMaster1.xml" Id="Re9a60bf84f114d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98ea10b204fbb" /><Relationship Type="http://schemas.openxmlformats.org/officeDocument/2006/relationships/notesMaster" Target="/ppt/notesMasters/notesMaster1.xml" Id="R3bca4b2361304b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a879b49c64430f" /><Relationship Type="http://schemas.openxmlformats.org/officeDocument/2006/relationships/notesMaster" Target="/ppt/notesMasters/notesMaster1.xml" Id="Rf713ad43d8fd4f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6846cf23b54e09" /><Relationship Type="http://schemas.openxmlformats.org/officeDocument/2006/relationships/notesMaster" Target="/ppt/notesMasters/notesMaster1.xml" Id="R9e3fc8ba59c944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f8dc517ea549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cd56108bff4b21" /><Relationship Type="http://schemas.openxmlformats.org/officeDocument/2006/relationships/slideLayout" Target="/ppt/slideLayouts/slideLayout1.xml" Id="R05a728b6a25a47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a728b6a25a47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1d3b033644f23" /><Relationship Type="http://schemas.openxmlformats.org/officeDocument/2006/relationships/image" Target="/ppt/media/image.png" Id="R4db42e825852453e" /><Relationship Type="http://schemas.openxmlformats.org/officeDocument/2006/relationships/notesSlide" Target="/ppt/notesSlides/notesSlide1.xml" Id="Rc031f674a23047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88e6325e6480d" /><Relationship Type="http://schemas.openxmlformats.org/officeDocument/2006/relationships/image" Target="/ppt/media/image2.png" Id="R52c2569643554df1" /><Relationship Type="http://schemas.openxmlformats.org/officeDocument/2006/relationships/notesSlide" Target="/ppt/notesSlides/notesSlide2.xml" Id="R95877dfeb01e46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aea44b32c4520" /><Relationship Type="http://schemas.openxmlformats.org/officeDocument/2006/relationships/image" Target="/ppt/media/image3.png" Id="Ref68cbcfaf6e43c9" /><Relationship Type="http://schemas.openxmlformats.org/officeDocument/2006/relationships/notesSlide" Target="/ppt/notesSlides/notesSlide3.xml" Id="Re91730ac6ef944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4e272a03b4020" /><Relationship Type="http://schemas.openxmlformats.org/officeDocument/2006/relationships/image" Target="/ppt/media/image4.png" Id="Rb5d9d5a8875a406c" /><Relationship Type="http://schemas.openxmlformats.org/officeDocument/2006/relationships/notesSlide" Target="/ppt/notesSlides/notesSlide4.xml" Id="Rda14f1c7723346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3642001a644ea" /><Relationship Type="http://schemas.openxmlformats.org/officeDocument/2006/relationships/image" Target="/ppt/media/image5.png" Id="R162970527a7846a6" /><Relationship Type="http://schemas.openxmlformats.org/officeDocument/2006/relationships/notesSlide" Target="/ppt/notesSlides/notesSlide5.xml" Id="Rf27cd0b71d3047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8a16e19e74e58" /><Relationship Type="http://schemas.openxmlformats.org/officeDocument/2006/relationships/image" Target="/ppt/media/image6.png" Id="R9b1145cb41cf444a" /><Relationship Type="http://schemas.openxmlformats.org/officeDocument/2006/relationships/notesSlide" Target="/ppt/notesSlides/notesSlide6.xml" Id="R112689f04b0642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d482f8542462b" /><Relationship Type="http://schemas.openxmlformats.org/officeDocument/2006/relationships/image" Target="/ppt/media/image7.png" Id="Rca8710e993f8400f" /><Relationship Type="http://schemas.openxmlformats.org/officeDocument/2006/relationships/notesSlide" Target="/ppt/notesSlides/notesSlide7.xml" Id="R2974beb9417846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42e82585245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93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2569643554d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720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8cbcfaf6e43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379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9d5a8875a40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3338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970527a7846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51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145cb41cf44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8616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710e993f840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95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2026-07-28T07:41:56.9420000Z</dcterms:created>
  <dcterms:modified xsi:type="dcterms:W3CDTF">2026-07-28T07:41:56.9420000Z</dcterms:modified>
</coreProperties>
</file>